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DocuSim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Sistem Deteksi Kemiripan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Abstrak Dokumen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Berbasis Web dengan Laravel + TF-IDF + Cosine Similarity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972800" cy="25237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Mata Kuliah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>Natural </a:t>
            </a:r>
            <a:r>
              <a:rPr lang="en-US" sz="1400" dirty="0" err="1">
                <a:solidFill>
                  <a:srgbClr val="FFFFFF"/>
                </a:solidFill>
                <a:latin typeface="Calibri"/>
              </a:rPr>
              <a:t>Languange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> Processing</a:t>
            </a:r>
            <a:endParaRPr sz="14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Semester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Plagiarisme akademik makin sulit dideteksi manual seiring banyaknya skripsi/tesis/jurnal yang diunggah setiap tahunnya.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Dosen pembimbing perlu cara cepat untuk memeriksa apakah abstrak yang diajukan mahasiswa mirip dengan dokumen yang sudah ada di repositori.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Algoritma TF-IDF + Cosine Similarity terbukti efektif untuk mengukur kemiripan dokumen teks pendek seperti abstrak.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Dibutuhkan sistem berbasis web yang ringan, mudah dipakai, dan bisa menampilkan hasil pengecekan secara visual.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DocuSim — Dokumen Similarity dengan TF-IDF + Cosine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Rumusan Masalah &amp; Tujuan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764BA2"/>
                </a:solidFill>
                <a:latin typeface="Calibri"/>
              </a:rPr>
              <a:t>Rumusan 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Bagaimana menerapkan TF-IDF + Cosine Similarity untuk mendeteksi kemiripan abstrak?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Bagaimana mengintegrasikan model NLP ke dalam sistem berbasis Laravel?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Bagaimana menampilkan hasil pengecekan secara informatif dan visual?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764BA2"/>
                </a:solidFill>
                <a:latin typeface="Calibri"/>
              </a:rPr>
              <a:t>Tujuan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Membangun web Laravel yang bisa menerima abstrak sebagai input.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Menerapkan algoritma TF-IDF + Cosine Similarity untuk pembobotan dan pengukuran kemiripan.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Menyajikan hasil dengan visualisasi (gauge, bar chart, top-terms).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Calibri"/>
              </a:rPr>
              <a:t>•  Menyediakan CRUD corpus + import CSV agar data referensi mudah dikelola.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DocuSim — Dokumen Similarity dengan TF-IDF + Cosine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Stack Teknologi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743200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09728" cy="2377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23774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377440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Laravel 11 (PHP 8.2)
Eloquent ORM, Blade, Symfony 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280160"/>
            <a:ext cx="2743200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280160"/>
            <a:ext cx="109728" cy="2377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417320"/>
            <a:ext cx="23774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828800"/>
            <a:ext cx="2377440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Tailwind CSS v3 (CDN)
Chart.js untuk visualisasi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743200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109728" cy="237744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23774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2377440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SQLite (default)
Kolom JSON untuk hasil &amp; top-terms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280160"/>
            <a:ext cx="2743200" cy="2377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98280" y="1280160"/>
            <a:ext cx="109728" cy="2377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1417320"/>
            <a:ext cx="23774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Model NLP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828800"/>
            <a:ext cx="2377440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TF-IDF + Cosine Similarity
Driver PHP native (default)
Driver Python scikit-learn (opsional)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764BA2"/>
                </a:solidFill>
                <a:latin typeface="Calibri"/>
              </a:rPr>
              <a:t>Mengapa Multi-Driver?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Driver PHP native — tanpa instalasi tambahan, jalan langsung di shared hosting biasa.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Driver Python — siap diganti ke model deep-learning seperti IndoBERT atau Sentence-Transformers tanpa mengubah kode Laravel.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Switch driver hanya dengan ubah satu baris di .env (SIMILARITY_DRIVER).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DocuSim — Dokumen Similarity dengan TF-IDF + Cosine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Arsitektur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86000"/>
            <a:ext cx="2377440" cy="13716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23774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Blade view
Tailwind + Chart.js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2286000"/>
            <a:ext cx="2377440" cy="13716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39" y="242316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Laravel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880360"/>
            <a:ext cx="23774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Controller + Service
+ Eloquent 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2286000"/>
            <a:ext cx="2377440" cy="137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0" y="242316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Engine 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880360"/>
            <a:ext cx="23774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PHP native (default)
Python opsional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2286000"/>
            <a:ext cx="164592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2423160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880360"/>
            <a:ext cx="16459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Corpus + History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2971800"/>
            <a:ext cx="8229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6080" y="2606040"/>
            <a:ext cx="822959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HTTP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" y="2971800"/>
            <a:ext cx="8229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6480" y="2606040"/>
            <a:ext cx="822959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panggil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0" y="2971800"/>
            <a:ext cx="2743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0" y="260604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Eloquent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764BA2"/>
                </a:solidFill>
                <a:latin typeface="Calibri"/>
              </a:rPr>
              <a:t>Alur Pengecekan Similarity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User submit abstrak → Controller validasi → Service ambil corpus dari DB.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Engine TF-IDF tokenize, hitung DF &amp; IDF, bentuk vector + l2-normalize, lalu cosine similarity.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Hasil ranking + top-terms disimpan ke tabel similarity_checks dan ditampilkan dengan Chart.js.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DocuSim — Dokumen Similarity dengan TF-IDF + Cosine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Algoritma: TF-IDF + Cosine Similarity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764BA2"/>
                </a:solidFill>
                <a:latin typeface="Calibri"/>
              </a:rPr>
              <a:t>1. Term Frequency (TF)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tf(t, d) = frekuensi kata t di dokumen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764BA2"/>
                </a:solidFill>
                <a:latin typeface="Calibri"/>
              </a:rPr>
              <a:t>2. Inverse Document Frequency (IDF) — Smooth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idf(t) = ln( (1 + N) / (1 + df(t)) ) + 1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N = total dokumen,  df(t) = jumlah dokumen yang memuat kata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764BA2"/>
                </a:solidFill>
                <a:latin typeface="Calibri"/>
              </a:rPr>
              <a:t>3. Bobot TF-IDF + Normalisasi 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tfidf(t, d) = tf(t, d) × idf(t)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Vector dinormalisasi: v / ||v||₂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764BA2"/>
                </a:solidFill>
                <a:latin typeface="Calibri"/>
              </a:rPr>
              <a:t>4. Cosine Similarity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cos(A, B) = (A · B) / (||A|| × ||B||)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Karena vector sudah dinormalisasi → cos = dot(A, B). Skor 0..1, makin tinggi makin mirip.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DocuSim — Dokumen Similarity dengan TF-IDF + Cosine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Pre-processing Teks Bahasa Indonesia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Case Folding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Ubah seluruh teks menjadi huruf kecil agar 'Sistem' dan 'sistem' dianggap sama.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548640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1460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Hapus tanda baca, angka, dan karakter non-alfabet.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0896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Tokenisasi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Pecah teks menjadi unit kata.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548640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6908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Stopword Removal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3484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Hilangkan kata umum Bahasa Indonesia (yang, untuk, pada, dengan, dll) dengan kamus Sastrawi.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29200"/>
            <a:ext cx="548640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2920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N-gram (1-2)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9496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Bentuk unigram + bigram untuk menangkap frasa (mis. 'tf idf', 'cosine similarity').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DocuSim — Dokumen Similarity dengan TF-IDF + Cosine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Fitur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0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" cy="1463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🎯  Cek Similarity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1206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Input abstrak, sistem cari dokumen paling mirip dengan ranking top-K.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109728" cy="1463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📊  Visualisasi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51206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Gauge skor tertinggi, bar chart ranking, top-terms TF-IDF.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548640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109728" cy="1463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🗂️  CRUD Corpus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51206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Kelola dokumen referensi: judul, penulis, tahun, kategori, abstrak.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80360"/>
            <a:ext cx="548640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880360"/>
            <a:ext cx="109728" cy="1463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📥  Import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29000"/>
            <a:ext cx="51206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Tambah corpus batch dengan format minimal no, judul, abstrak.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72000"/>
            <a:ext cx="548640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109728" cy="1463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🕘  Riwayat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51206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Setiap pengecekan tersimpan beserta hasilnya di database.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548640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4572000"/>
            <a:ext cx="109728" cy="1463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4709160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🎨  UI Modern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120640"/>
            <a:ext cx="512064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Sidebar gradient, kartu interaktif, badge level, fully responsive.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DocuSim — Dokumen Similarity dengan TF-IDF + Cosine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Skema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5303520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corpus_documents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id (PK)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21408"/>
            <a:ext cx="530352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title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05456"/>
            <a:ext cx="530352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51176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author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89504"/>
            <a:ext cx="530352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935224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73552"/>
            <a:ext cx="530352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319272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530352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70332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abstract (longtext)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41648"/>
            <a:ext cx="530352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8736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created_at, updated_at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188720"/>
            <a:ext cx="5212080" cy="54864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28016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similarity_checks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737360"/>
            <a:ext cx="52120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17830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id (PK)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121408"/>
            <a:ext cx="52120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2167128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input_title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505456"/>
            <a:ext cx="52120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400" y="2551176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input_abstract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889504"/>
            <a:ext cx="52120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2935224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highest_score (0..1)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273552"/>
            <a:ext cx="52120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331927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results (JSON ranking)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657600"/>
            <a:ext cx="52120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29400" y="370332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top_terms (JSON bobot kata)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41648"/>
            <a:ext cx="52120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4087368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created_at, updated_at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Penyimpanan JSON memudahkan render visualisasi tanpa menghitung ulang.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DocuSim — Dokumen Similarity dengan TF-IDF + Cosine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Visualisasi Hasil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70332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3375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Gauge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337560" cy="1920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Doughnut chart yang menampilkan skor kemiripan tertinggi.
Warna mengikuti tingkat: hijau (rendah), kuning (sedang), merah (tinggi).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280160"/>
            <a:ext cx="370332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109728" cy="2560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417320"/>
            <a:ext cx="33375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Bar Chart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28800"/>
            <a:ext cx="3337560" cy="1920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Horizontal bar chart yang membandingkan persentase kemiripan Top-K dokumen.
Mudah dibandingkan secara visual.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280160"/>
            <a:ext cx="3703320" cy="2560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280160"/>
            <a:ext cx="109728" cy="256032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1417320"/>
            <a:ext cx="33375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Top Terms TF-IDF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828800"/>
            <a:ext cx="3337560" cy="1920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Bar chart bobot kata terpenting dari abstrak input.
Menunjukkan kata mana yang paling berkontribusi pada hasil.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764BA2"/>
                </a:solidFill>
                <a:latin typeface="Calibri"/>
              </a:rPr>
              <a:t>Mengapa Visualisasi Penting?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Membantu user memahami hasil tanpa membaca angka mentah.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Warna otomatis (hijau/kuning/merah) memberikan keputusan cepat.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Top-terms menunjukkan kata yang membuat dokumen mirip — bisa memvalidasi hasil secara intuitif.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DocuSim — Dokumen Similarity dengan TF-IDF + Cosine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Alur Demo Aplikasi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640080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23444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Buka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Tampilan statistik: jumlah corpus, jumlah pengecekan, rata-rata skor.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4028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Tambah Corpus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0604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Input manual atau import CSV dengan format no, judul, abstrak.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640080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4612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Cek Similarity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1188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Tempel abstrak → klik Analisis → tunggu beberapa detik.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5196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Lihat Hasil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1772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Gauge + bar chart + top-terms muncul. Detail ranking dengan expand abstrak.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12080"/>
            <a:ext cx="640080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34924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5780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Riwayat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62356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Buka kembali pengecekan sebelumnya, atau hapus dari riwayat.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DocuSim — Dokumen Similarity dengan TF-IDF + Cosine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•  Sistem berhasil mengintegrasikan algoritma TF-IDF + Cosine Similarity ke dalam web Laravel untuk mendeteksi kemiripan abstrak.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•  Pendekatan multi-driver (PHP native + Python) membuat sistem fleksibel: ringan saat di-deploy, mudah di-upgrade ke model deep-learning.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•  Visualisasi (gauge, bar chart, top-terms) memudahkan user memahami hasil pengecekan secara intuitif.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Calibri"/>
              </a:rPr>
              <a:t>•  Fitur import CSV mempercepat pengisian corpus dalam jumlah besar tanpa harus input satu per satu.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764BA2"/>
                </a:solidFill>
                <a:latin typeface="Calibri"/>
              </a:rPr>
              <a:t>Rencana Pengembangan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Tambahkan model semantik berbasis IndoBERT untuk menangani parafrase.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Highlight kalimat yang mirip antar dokumen (string matching).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93B"/>
                </a:solidFill>
                <a:latin typeface="Calibri"/>
              </a:rPr>
              <a:t>•  Multi-user dengan autentikasi &amp; role-based access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DocuSim — Dokumen Similarity dengan TF-IDF + Cosine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Pertanyaan &amp; Diskusi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DocuSim — Dokumen Similarity dengan TF-IDF + Cosine Similarity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Laravel 11 · PHP 8.2 · Tailwind · Chart.js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1222</Words>
  <Application>Microsoft Office PowerPoint</Application>
  <PresentationFormat>Widescreen</PresentationFormat>
  <Paragraphs>171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Angga Putra Pratama</cp:lastModifiedBy>
  <cp:revision>2</cp:revision>
  <dcterms:created xsi:type="dcterms:W3CDTF">2013-01-27T09:14:16Z</dcterms:created>
  <dcterms:modified xsi:type="dcterms:W3CDTF">2026-05-18T15:43:17Z</dcterms:modified>
  <cp:category/>
</cp:coreProperties>
</file>